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7ED7-8DFF-4F67-2559-9FF47A0A7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62FC0-3488-CCEF-A1C4-5FD6D3F69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5CE35-405B-C9FD-6BFD-FEE19040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3A868-9635-5A10-7FEF-12B26DF0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8AADF-F8DC-7E43-B228-F637DE25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8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F6E6-DA4A-5AA2-62C6-67E396AB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F0608-00FF-30CA-4BF9-CAABB349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A2F93-7323-2F03-DB33-7FA2489C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30CDE-5214-621E-7502-D0E80E55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764C9-0A10-C768-6E58-A071DDF4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FAAE-5453-2953-1732-4E3E51CF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C9E79-D91D-A386-8EC5-268E345BF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4306-DD17-A0D0-4495-1FA04DBC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30627-5B51-B067-1B3F-E2ABCB66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278F-C1AB-1413-2756-0DC4822C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4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B8DC-E720-D377-CCC4-8D46D8EC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24E1-86E3-D90B-287F-08DFF9115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7BF20-AB9A-E1B5-E4D7-2BA46FFA5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FA8B-BDAB-C4EE-0384-2D0A32DD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FC2AE-41F8-6958-6B2C-7B1DE502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CB0B-0C22-9766-BA01-75D739B5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7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7FD7-8F83-E7D9-6FAF-B9CEA9F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521A7-B0B6-BA11-1FDB-BDF4980C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4E213-A3BC-B979-7CCD-480540A1F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F8319-88F3-81F1-BF25-DA2AF3D24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C8001-8443-4E1A-B73A-3FFE05C5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879D2-5441-E109-3B7A-E638F7D1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E82D4-9DB7-73F8-4DBE-AE44BC8D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EEAD7-65EC-85EF-85B8-A54B329C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9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8463-FED1-B44E-AF56-7D78C9B8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97F39-0C56-C989-3ACE-A24ABDA8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5AB99-7D55-3629-5AF9-7AF655DA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A53A9-7755-3872-24D1-23C241C8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4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E3A92-0E58-D803-DEE3-AC0F5D78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11FA7-F1CE-D44D-D259-17434AC0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FE03D-A050-4131-1C4A-AE0751DA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168C-ADAD-B4F3-9898-30DC7CCB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F029-7C6D-1FD2-2F02-E3B7FDBAB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0BCA9-6C76-96E3-AE4C-D150E71C1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8696E-89A2-BC59-33ED-D52EF8B2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CC57F-C243-3ECC-DC26-2FB575FB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09646-E7D4-DF3E-0C8D-3EE7A11A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1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A17A-A35C-7BFF-D183-1C73A861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88487-9EE5-D872-9994-743C04CD2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EB5A0-74F1-89F6-3D61-BA74B74F0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F67F8-E42B-3018-CCC4-EED07668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EB265-0413-F08A-5E4F-729839C8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AFC4B-FF6F-CB85-EBD0-F3B682B1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97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D361-2B39-C705-3EA7-C3EB90E0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3160D-8ECD-CCB0-0A94-79A52EC99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E2E2-2983-B7A9-E31F-BEC93149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DB55-02B1-68DC-877B-5BED43E8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17AC6-4422-4319-9C30-436DC996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7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BEF8B-2A24-0E8C-3FBD-6CB00C182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98ED3-B081-248A-B8E4-6E2AC0953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DB93F-D28A-6829-EEFF-74040323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16F2D-978B-10C8-43A3-B7C88B652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55E8-E768-1ED0-E181-427D606B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9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68D58-AE17-A963-B76C-C0C416D6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5C5C8-24A7-7127-BCFE-3FCF97CCF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1E2F-AC00-8960-66F5-09594F9BA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34B2C-CD38-4701-8983-84E89C5FE76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CF16-4D3B-7E06-8A4A-9749122E2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A0A3-2F34-0453-B389-FF99AD284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C34BE-C4F4-476F-BE86-59BC07E67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56BB-54C6-E634-E1FE-A6B53E4C4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Profit &amp; Growth Analysis – Kakuma Business Dataset</a:t>
            </a:r>
            <a:br>
              <a:rPr lang="en-US" dirty="0"/>
            </a:br>
            <a:r>
              <a:rPr lang="en-US" dirty="0"/>
              <a:t>Name: </a:t>
            </a:r>
            <a:r>
              <a:rPr lang="en-US" dirty="0" err="1"/>
              <a:t>Aluong</a:t>
            </a:r>
            <a:r>
              <a:rPr lang="en-US" dirty="0"/>
              <a:t> Yak Kon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98035-C7F2-9C04-EFAC-922D5EF94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5257799"/>
            <a:ext cx="5950226" cy="188843"/>
          </a:xfrm>
        </p:spPr>
        <p:txBody>
          <a:bodyPr>
            <a:normAutofit fontScale="3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D045-E9A8-BA45-BBD0-8B544EF2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1709738"/>
            <a:ext cx="10751102" cy="487659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Objective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Understand revenue and profit trends</a:t>
            </a:r>
            <a:br>
              <a:rPr lang="en-US" dirty="0"/>
            </a:br>
            <a:r>
              <a:rPr lang="en-US" dirty="0"/>
              <a:t>Identify high performing products</a:t>
            </a:r>
            <a:br>
              <a:rPr lang="en-US" dirty="0"/>
            </a:br>
            <a:r>
              <a:rPr lang="en-US" dirty="0"/>
              <a:t>Detect risks and low performing areas</a:t>
            </a:r>
            <a:br>
              <a:rPr lang="en-US" dirty="0"/>
            </a:br>
            <a:r>
              <a:rPr lang="en-US" dirty="0"/>
              <a:t>Recommend actions for business growth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3D78D-4B1B-FEFC-293A-6976F5445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3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D8772-6E5E-193D-657B-36E98130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Dataset Overview</a:t>
            </a:r>
            <a:br>
              <a:rPr lang="en-US" b="1" dirty="0"/>
            </a:br>
            <a:r>
              <a:rPr lang="en-US" dirty="0"/>
              <a:t>Number of records</a:t>
            </a:r>
            <a:br>
              <a:rPr lang="en-US" dirty="0"/>
            </a:br>
            <a:r>
              <a:rPr lang="en-US" dirty="0"/>
              <a:t>Key variables (Product, Revenue, Profit, Payment Method, Month)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37394-51CD-007B-7AC8-503FF9FA2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1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9794-0DF5-00FB-2195-4FA4E9C7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53530" cy="49695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Revenue Insights</a:t>
            </a:r>
            <a:br>
              <a:rPr lang="en-US" b="1" dirty="0"/>
            </a:br>
            <a:r>
              <a:rPr lang="en-US" dirty="0"/>
              <a:t>Which products generate highest revenue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Seasonal trends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C539B-B1E1-FC1A-FE64-6EC080B5E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3992F-54BA-96EB-9EDD-0D5870D6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24" y="2016746"/>
            <a:ext cx="6430566" cy="36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0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7252-B85F-AA72-825F-F075EDE8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45" y="2054087"/>
            <a:ext cx="5330412" cy="4803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Profit Insights</a:t>
            </a:r>
            <a:br>
              <a:rPr lang="en-US" b="1" dirty="0"/>
            </a:br>
            <a:r>
              <a:rPr lang="en-US" dirty="0"/>
              <a:t>Which products are most profitable</a:t>
            </a:r>
            <a:br>
              <a:rPr lang="en-US" dirty="0"/>
            </a:br>
            <a:r>
              <a:rPr lang="en-US" b="1" dirty="0"/>
              <a:t>Technology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Which products generate losses</a:t>
            </a:r>
            <a:br>
              <a:rPr lang="en-US" dirty="0"/>
            </a:br>
            <a:r>
              <a:rPr lang="en-US" b="1" dirty="0"/>
              <a:t>Furniture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F7A7F-E6D4-8E0C-F4DA-52E001F64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2DDB1-A8F1-1EE3-A40F-172553C31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078" y="502451"/>
            <a:ext cx="6470246" cy="30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5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E409-B9EF-57C1-D4C5-FF7054A0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Growth Trends</a:t>
            </a:r>
            <a:br>
              <a:rPr lang="en-US" b="1" dirty="0"/>
            </a:br>
            <a:r>
              <a:rPr lang="en-US" dirty="0"/>
              <a:t>Monthly growth patterns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Peak and low months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6DE03-8320-45B4-0723-0605E6D41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BEE4-953D-778C-D234-AFC4BD1B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Customer / Payment Insights</a:t>
            </a:r>
            <a:br>
              <a:rPr lang="en-US" b="1" dirty="0"/>
            </a:br>
            <a:r>
              <a:rPr lang="en-US" dirty="0"/>
              <a:t>Most used payment methods</a:t>
            </a:r>
            <a:br>
              <a:rPr lang="en-US" dirty="0"/>
            </a:br>
            <a:r>
              <a:rPr lang="en-US" dirty="0"/>
              <a:t>Payment trends over time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E79AA-9B64-6EF9-C33C-229BA8A2C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4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45AA-176C-0CCE-A00C-288A29C4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to GROW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200687-2B6F-D4E0-BB23-BD01A25D91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profit + high demand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performing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payment channels</a:t>
            </a:r>
          </a:p>
        </p:txBody>
      </p:sp>
    </p:spTree>
    <p:extLst>
      <p:ext uri="{BB962C8B-B14F-4D97-AF65-F5344CB8AC3E}">
        <p14:creationId xmlns:p14="http://schemas.microsoft.com/office/powerpoint/2010/main" val="38349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CF2C-7200-4049-D537-752A20E8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TO FIX</a:t>
            </a:r>
            <a:br>
              <a:rPr lang="en-US" b="1" dirty="0"/>
            </a:br>
            <a:r>
              <a:rPr lang="en-US" dirty="0"/>
              <a:t>Low margin products</a:t>
            </a:r>
            <a:br>
              <a:rPr lang="en-US" dirty="0"/>
            </a:br>
            <a:r>
              <a:rPr lang="en-US" dirty="0"/>
              <a:t>Declining monthly sales</a:t>
            </a:r>
            <a:br>
              <a:rPr lang="en-US" dirty="0"/>
            </a:br>
            <a:r>
              <a:rPr lang="en-US" dirty="0"/>
              <a:t>Inefficient pricing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52769-1A46-8C54-9523-C55F9B10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6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A936-74BA-D11C-E578-0C593194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TO STOP</a:t>
            </a:r>
            <a:br>
              <a:rPr lang="en-US" b="1" dirty="0"/>
            </a:br>
            <a:r>
              <a:rPr lang="en-US" dirty="0"/>
              <a:t>Consistently loss-making products</a:t>
            </a:r>
            <a:br>
              <a:rPr lang="en-US" dirty="0"/>
            </a:br>
            <a:r>
              <a:rPr lang="en-US" dirty="0"/>
              <a:t>Low-performing channels</a:t>
            </a:r>
            <a:br>
              <a:rPr lang="en-US" dirty="0"/>
            </a:br>
            <a:r>
              <a:rPr lang="en-US" dirty="0"/>
              <a:t>Non-profitable strategies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00BB8-8B92-8170-FD45-4EB230CC1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670B-48AF-6E54-4638-6EECC47D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3" y="304801"/>
            <a:ext cx="10270435" cy="1656522"/>
          </a:xfrm>
        </p:spPr>
        <p:txBody>
          <a:bodyPr/>
          <a:lstStyle/>
          <a:p>
            <a:r>
              <a:rPr lang="en-US" dirty="0"/>
              <a:t>Key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CB8F6A-8306-5A70-A6C3-B2E07CCE4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7536" y="3933536"/>
            <a:ext cx="113071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inventory of high-performing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pricing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cost of low-margin items</a:t>
            </a:r>
          </a:p>
        </p:txBody>
      </p:sp>
    </p:spTree>
    <p:extLst>
      <p:ext uri="{BB962C8B-B14F-4D97-AF65-F5344CB8AC3E}">
        <p14:creationId xmlns:p14="http://schemas.microsoft.com/office/powerpoint/2010/main" val="328863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183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Profit &amp; Growth Analysis – Kakuma Business Dataset Name: Aluong Yak Kon</vt:lpstr>
      <vt:lpstr>Project Objective  Understand revenue and profit trends Identify high performing products Detect risks and low performing areas Recommend actions for business growth </vt:lpstr>
      <vt:lpstr>Dataset Overview Number of records Key variables (Product, Revenue, Profit, Payment Method, Month) </vt:lpstr>
      <vt:lpstr>Revenue Insights Which products generate highest revenue  Seasonal trends </vt:lpstr>
      <vt:lpstr>Profit Insights Which products are most profitable Technology  Which products generate losses Furniture </vt:lpstr>
      <vt:lpstr>Growth Trends Monthly growth patterns  Peak and low months </vt:lpstr>
      <vt:lpstr>Customer / Payment Insights Most used payment methods Payment trends over time </vt:lpstr>
      <vt:lpstr>What to GROW</vt:lpstr>
      <vt:lpstr>WHAT TO FIX Low margin products Declining monthly sales Inefficient pricing </vt:lpstr>
      <vt:lpstr>WHAT TO STOP Consistently loss-making products Low-performing channels Non-profitable strategies </vt:lpstr>
      <vt:lpstr>Key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 &amp; Growth Analysis – Kakuma Business Dataset Name: Aluong Yak Kon</dc:title>
  <dc:creator>Administrator</dc:creator>
  <cp:lastModifiedBy>Administrator</cp:lastModifiedBy>
  <cp:revision>2</cp:revision>
  <dcterms:created xsi:type="dcterms:W3CDTF">2026-02-17T09:40:00Z</dcterms:created>
  <dcterms:modified xsi:type="dcterms:W3CDTF">2026-02-18T06:49:28Z</dcterms:modified>
</cp:coreProperties>
</file>